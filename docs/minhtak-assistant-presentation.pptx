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unifies three earlier tasks — a chatbot, a tool-calling agent and a RAG pipeline — into one deployed 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problems: scattered data, a disconnected personal profile, and hallucination.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requirement of the brief, implemented in one application rather than three demos.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bundle of three projects and one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 by architecture: the tools are the only route to a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step ceiling raises AgentStalled — it never falls back to an ungrounded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Task-typed embeddings and agent-owned generation are the two choices that matter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 handling and privacy were designed together: both are about not pretending.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were caught by verifying against the live deployment, not a local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lesson, the stack, and the two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43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🎓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057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minhtak Assistant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Arabic AI assistant that chats, calls real tools, reads your CV — and never invents a deadline.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minhtak-assistant.fly.dev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Chat · Conversation history · Tool calling · PDF upload · RAG · Deployed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Abdelrahman Adwan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planning a year around a deadline cannot afford an invented one.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84832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20116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 sources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sites go stale, and each one covers a different slice. The student re-checks every deadline by hand.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264408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56616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34930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Their own profile is separate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828800" y="388620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CV sits in a file. Nothing connects 'I have 26 months of experience' to 'this award needs 12'.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45736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5047488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047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28800" y="497433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Assistants hallucinate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828800" y="536752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chatbots answer scholarship questions confidently — and invent deadlines and amounts that do not exist.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assistant over a live, human-verified scholarship catalogue.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interface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500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Arabic-first RTL, light + dark, responsive to 390px. No framework, no build step.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 history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3500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keeps the model's memory; the browser keeps your transcript.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64408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4472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calling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383133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tools, Gemini function calling in AUTO mode. The model chooses and chains.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264408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34472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upload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383133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rejections for the wrong type, too big, or no text layer.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49286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5312664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Chunk, embed, cosine top-k — over the documents of this session only.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4745736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0" y="49286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handling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0" y="5312664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errors end to end. No stack trace ever reaches the chat window.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that shaped everything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is not a mode. It is a tool.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BEDEC"/>
          </a:solidFill>
          <a:ln w="12700">
            <a:solidFill>
              <a:srgbClr val="E8C4C0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2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REJECTED — three modes, three buttons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the routing decision onto the user: is this a catalogue question or a document question?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histories that cannot see each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rules re-stated once per mode.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of these two fits my CV better?" is unanswerable — the facts live in different modes.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E9F7F4"/>
          </a:solidFill>
          <a:ln w="12700">
            <a:solidFill>
              <a:srgbClr val="9FD8CE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— one agent, five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routes, not the user.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history — so cross-source questions are answerable at all.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 of grounding rules, in one place.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for free: search the catalogue, read the CV, compute the gap — no orchestration code.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 tool is declared ONLY when the session actually holds a document — advertising a tool the session cannot serve invites a self-inflicted failure.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tools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5727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search_scholarships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937760" y="15727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matches for a student profile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0" y="1572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minhtak 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10881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4871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get_scholarship_details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2487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Funding, all deadlines, official link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minhtak API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10881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3401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search_uploaded_documents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34015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passages from your PDFs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961120" y="34015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session's RAG index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10881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43159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get_weather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37760" y="43159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in a study destination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4315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2303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37760" y="52303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arithmetic — AST walk, no eval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0" y="5230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scholarship fact in a reply comes from a tool. If a tool did not return it, the assistant says it does not have it.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turn works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17320" y="2121408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message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/api/chat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06040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52928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0168" y="2121408"/>
            <a:ext cx="411480" cy="41148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90088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resolved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90088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document index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18888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65776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121408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02936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decides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02936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or call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031736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278624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55864" y="2121408"/>
            <a:ext cx="411480" cy="41148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55864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15784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run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15784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fed back in ONE turn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44584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491472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268712" y="2121408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268712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28632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Reply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28632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under the answer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52928" y="3977640"/>
            <a:ext cx="6629400" cy="502920"/>
          </a:xfrm>
          <a:prstGeom prst="roundRect">
            <a:avLst>
              <a:gd name="adj" fmla="val 18182"/>
            </a:avLst>
          </a:prstGeom>
          <a:solidFill>
            <a:srgbClr val="E9F7F4"/>
          </a:solidFill>
          <a:ln w="12700">
            <a:solidFill>
              <a:srgbClr val="9FD8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52928" y="3977640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loop, max 8 steps — then fail loudly rather than guess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that invents an answer after failing to use its tools is worse than one that admits it could not finish.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RAG path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bytes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pypdf, page-capped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06040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52928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990088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90088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~900 chars, 150 overlap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18888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02936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02936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768-dim, task-typed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31736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78624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15784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Cosine top-k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15784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in-memory, per session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44584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91472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2863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 to the agent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28632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source + score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520440"/>
            <a:ext cx="52578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49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vectors for the same words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" y="42062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chunks embed as RETRIEVAL_DOCUMENT.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embeds as RETRIEVAL_QUERY.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tunes the vector to its role, which measurably improves retrieval over one generic embedding.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520440"/>
            <a:ext cx="52578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0" y="3749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does not write the answer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83680" y="42062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return to the agent as a tool result.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model that runs the conversation writes the reply.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voice, one history — instead of a second chatbot bolted on beside the first.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Failing well, and holding nothing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6002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Errors, separated by who can act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0312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failure returns {error} to the MODEL — it recovers in-conversation.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failure raises a typed error: HTTP status + an Arabic message the UI shows as-is.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hitting its ceiling raises rather than answering ungrounded.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unexpected: one handler, generic message, detail to the log only.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37160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6002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uploaded CV is personal data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0" y="210312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Parsed, embedded and indexed in memory — no disk, no database.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expire on idle and vanish on restart.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visible transcript lives in the user's browser, not on the server.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"New chat" deletes the server session immediately.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states all of this under the composer — a promise the user cannot see is not a promise.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that went wrong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459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 deployed two machines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default HA pair round-robins requests — and my sessions live in process memory, so users would randomly lose the CV they had just uploaded.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4348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46817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machine, one worker. The ceiling is documented in the README, with the two files that would change to scale out.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61688" y="137160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16459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2331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empty red error bar on first paint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36008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CSS, not logic: .banner { display: flex } overrides the HTML hidden attribute, because an author rule beats the browser's [hidden] rule.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36008" y="44348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36008" y="46817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— [hidden] { display: none !important; } — which also fixed the same latent bug in the document bar.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83296" y="137160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57616" y="16459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57616" y="2331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screenshot script lied to me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waited for a new assistant bubble before capturing. The typing indicator IS an assistant bubble, so every shot caught a half-finished answer.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57616" y="44348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57616" y="46817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the indicator from the wait. Test harnesses deserve the same scrutiny as the app.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is an architecture problem,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prompt problem.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a model "don't hallucinate" is a wish. Giving it tools as the only route to facts, refusing to advertise a tool the session cannot serve, and failing loudly when the loop runs out of steps — that is a design that cannot invent a deadline, because it never had one to invent.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calling, AUTO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1188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gemini-embedding-001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768-dim, task-typed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8972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on Fly.io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fra, one machine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minhtak-assistant.fly.dev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GitHub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github.com/abdelrahmanAdwan/minhtak-assistant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minhtak Assistant — capstone</dc:title>
  <dc:subject>PptxGenJS Presentation</dc:subject>
  <dc:creator>Abdelrahman Adwan</dc:creator>
  <cp:lastModifiedBy>Abdelrahman Adwan</cp:lastModifiedBy>
  <cp:revision>1</cp:revision>
  <dcterms:created xsi:type="dcterms:W3CDTF">2026-08-13T18:15:26Z</dcterms:created>
  <dcterms:modified xsi:type="dcterms:W3CDTF">2026-08-13T18:15:26Z</dcterms:modified>
</cp:coreProperties>
</file>