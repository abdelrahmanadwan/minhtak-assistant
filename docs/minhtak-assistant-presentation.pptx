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capstone unifies three earlier tasks — a chatbot, a tool-calling agent and a RAG pipeline — into one deployed assistant.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problems: scattered data, a disconnected personal profile, and hallucination.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requirement of the brief, implemented in one application rather than three demos.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difference between a bundle of three projects and one product.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Grounding by architecture: the tools are the only route to a 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step ceiling raises AgentStalled — it never falls back to an ungrounded answer.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Task-typed embeddings and agent-owned generation are the two choices that matter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Error handling and privacy were designed together: both are about not pretending.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were caught by verifying against the live deployment, not a local mock.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lesson, the stack, and the two links.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14300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000000"/>
                </a:solidFill>
              </a:rPr>
              <a:t>🎓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20574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minhtak Assistant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640080" y="3017520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Arabic AI assistant that chats, calls real tools, reads your CV — and never invents a deadline.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069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minhtak-assistant.fly.dev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7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· Chat · Conversation history · Tool calling · PDF upload · RAG · Deployed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Abdelrahman Adwan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planning a year around a deadline cannot afford an invented one.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084832"/>
            <a:ext cx="640080" cy="6400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848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828800" y="201168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Scattered sources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828800" y="2404872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sites go stale, and each one covers a different slice. The student re-checks every deadline by hand.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264408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3566160"/>
            <a:ext cx="640080" cy="6400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566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828800" y="349300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Their own profile is separate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828800" y="388620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CV sits in a file. Nothing connects 'I have 26 months of experience' to 'this award needs 12'.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745736"/>
            <a:ext cx="10881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5047488"/>
            <a:ext cx="640080" cy="6400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504748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828800" y="4974336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Assistants hallucinate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828800" y="5367528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chatbots answer scholarship questions confidently — and invent deadlines and amounts that do not exist.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assistant over a live, human-verified scholarship catalogue.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 interface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3500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Arabic-first RTL, light + dark, responsive to 390px. No framework, no build step.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96596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Conversation history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350008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keeps the model's memory; the browser keeps your transcript.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264408"/>
            <a:ext cx="52578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34472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calling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60120" y="383133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tools, Gemini function calling in AUTO mode. The model chooses and chains.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263640" y="3264408"/>
            <a:ext cx="52578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83680" y="34472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 upload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83680" y="3831336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rejections for the wrong type, too big, or no text layer.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745736"/>
            <a:ext cx="52578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60120" y="492861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960120" y="5312664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Chunk, embed, cosine top-k — over the documents of this session only.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63640" y="4745736"/>
            <a:ext cx="52578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83680" y="492861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handling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83680" y="5312664"/>
            <a:ext cx="4617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errors end to end. No stack trace ever reaches the chat window.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that shaped everything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143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is not a mode. It is a tool.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3566160"/>
          </a:xfrm>
          <a:prstGeom prst="roundRect">
            <a:avLst>
              <a:gd name="adj" fmla="val 3077"/>
            </a:avLst>
          </a:prstGeom>
          <a:solidFill>
            <a:srgbClr val="FBEDEC"/>
          </a:solidFill>
          <a:ln w="12700">
            <a:solidFill>
              <a:srgbClr val="E8C4C0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B2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REJECTED — three modes, three buttons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246888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Pushes the routing decision onto the user: is this a catalogue question or a document question?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histories that cannot see each other.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rules re-stated once per mode.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6B3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"Which of these two fits my CV better?" is unanswerable — the facts live in different modes.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3566160"/>
          </a:xfrm>
          <a:prstGeom prst="roundRect">
            <a:avLst>
              <a:gd name="adj" fmla="val 3077"/>
            </a:avLst>
          </a:prstGeom>
          <a:solidFill>
            <a:srgbClr val="E9F7F4"/>
          </a:solidFill>
          <a:ln w="12700">
            <a:solidFill>
              <a:srgbClr val="9FD8CE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01168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CHOSEN — one agent, six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0" y="246888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4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routes, not the user.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4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 history — so cross-source questions are answerable at all.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4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set of grounding rules, in one place.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448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Chaining for free: search the catalogue, read the CV, compute the gap — no orchestration code.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56235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 tool is declared ONLY when the session actually holds a document — advertising a tool the session cannot serve invites a self-inflicted failure.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six tools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088136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46304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search_scholarships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029200" y="14630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matches for a student profile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961120" y="14630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minhtak API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075688"/>
            <a:ext cx="1088136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221284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browse_catalogue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0" y="22128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up a scholarship by name; list a country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961120" y="22128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minhtak API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2825496"/>
            <a:ext cx="1088136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60120" y="296265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get_scholarship_details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296265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Funding, all deadlines, official link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961120" y="296265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minhtak API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3575304"/>
            <a:ext cx="1088136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60120" y="371246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search_uploaded_documents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29200" y="371246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passages from your PDFs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961120" y="371246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session's RAG index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325112"/>
            <a:ext cx="1088136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44622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get_weather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0" y="4462272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in a study destination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961120" y="446227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5074920"/>
            <a:ext cx="10881360" cy="621792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60120" y="52120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calculate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5212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arithmetic — AST walk, no eval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961120" y="5212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scholarship fact in a reply comes from a tool. If a tool did not return it, the assistant says it does not have it.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one turn works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920240"/>
            <a:ext cx="19659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417320" y="2121408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417320" y="2121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message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30175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/api/chat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06040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852928" y="1920240"/>
            <a:ext cx="19659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30168" y="2121408"/>
            <a:ext cx="411480" cy="41148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30168" y="2121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990088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Session resolved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90088" y="30175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+ document index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18888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065776" y="1920240"/>
            <a:ext cx="19659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843016" y="2121408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43016" y="2121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02936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decides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02936" y="30175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answer, or call tools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031736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278624" y="1920240"/>
            <a:ext cx="19659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55864" y="2121408"/>
            <a:ext cx="411480" cy="411480"/>
          </a:xfrm>
          <a:prstGeom prst="ellipse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55864" y="2121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415784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run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415784" y="30175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fed back in ONE turn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244584" y="25146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491472" y="1920240"/>
            <a:ext cx="19659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10268712" y="2121408"/>
            <a:ext cx="411480" cy="41148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268712" y="2121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628632" y="265176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Reply + trace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628632" y="30175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under the answer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852928" y="3977640"/>
            <a:ext cx="6629400" cy="502920"/>
          </a:xfrm>
          <a:prstGeom prst="roundRect">
            <a:avLst>
              <a:gd name="adj" fmla="val 18182"/>
            </a:avLst>
          </a:prstGeom>
          <a:solidFill>
            <a:srgbClr val="E9F7F4"/>
          </a:solidFill>
          <a:ln w="12700">
            <a:solidFill>
              <a:srgbClr val="9FD8C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852928" y="3977640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B4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loop, max 8 steps — then fail loudly rather than guess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assistant that invents an answer after failing to use its tools is worse than one that admits it could not finish.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RAG path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777240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PDF bytes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395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pypdf, page-capped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606040" y="22860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852928" y="178308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990088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Chunks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90088" y="2395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~900 chars, 150 overlap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818888" y="22860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202936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202936" y="2395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768-dim, task-typed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031736" y="22860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7278624" y="178308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415784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Cosine top-k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15784" y="2395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in-memory, per session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244584" y="2286000"/>
            <a:ext cx="246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D4BF"/>
                </a:solidFill>
              </a:rPr>
              <a:t>→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491472" y="1783080"/>
            <a:ext cx="19659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28632" y="20116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 to the agent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628632" y="239572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source + score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520440"/>
            <a:ext cx="52578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0120" y="37490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vectors for the same words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0120" y="420624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chunks embed as RETRIEVAL_DOCUMENT.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embeds as RETRIEVAL_QUERY.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tunes the vector to its role, which measurably improves retrieval over one generic embedding.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3520440"/>
            <a:ext cx="525780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583680" y="374904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 does not write the answer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583680" y="4206240"/>
            <a:ext cx="4617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Passages return to the agent as a tool result.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model that runs the conversation writes the reply.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voice, one history — instead of a second chatbot bolted on beside the first.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Failing well, and holding nothing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6002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Errors, separated by who can act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03120"/>
            <a:ext cx="4617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failure returns {error} to the MODEL — it recovers in-conversation.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failure raises a typed error: HTTP status + an Arabic message the UI shows as-is.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hitting its ceiling raises rather than answering ungrounded.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unexpected: one handler, generic message, detail to the log only.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63640" y="1371600"/>
            <a:ext cx="525780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0" y="16002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76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uploaded CV is personal data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83680" y="2103120"/>
            <a:ext cx="4617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Parsed, embedded and indexed in memory — no disk, no database.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expire on idle and vanish on restart.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visible transcript lives in the user's browser, not on the server.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"New chat" deletes the server session immediately.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UI states all of this under the composer — a promise the user cannot see is not a promise.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that went wrong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429000" cy="42976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164592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3317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Fly deployed two machines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default HA pair round-robins requests — and my sessions live in process memory, so users would randomly lose the CV they had just uploaded.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14400" y="44348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468172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machine, one worker. The ceiling is documented in the README, with the two files that would change to scale out.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61688" y="1371600"/>
            <a:ext cx="3429000" cy="42976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36008" y="164592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36008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36008" y="23317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empty red error bar on first paint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36008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CSS, not logic: .banner { display: flex } overrides the HTML hidden attribute, because an author rule beats the browser's [hidden] rule.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36008" y="44348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36008" y="468172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line — [hidden] { display: none !important; } — which also fixed the same latent bug in the document bar.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83296" y="1371600"/>
            <a:ext cx="3429000" cy="429768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3E6EA"/>
            </a:solidFill>
            <a:prstDash val="solid"/>
          </a:ln>
          <a:effectLst>
            <a:outerShdw sx="100000" sy="100000" kx="0" ky="0" algn="bl" rotWithShape="0" blurRad="127000" dist="25400" dir="5400000">
              <a:srgbClr val="9AA5B1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57616" y="1645920"/>
            <a:ext cx="548640" cy="54864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57616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57616" y="23317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1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My screenshot script lied to me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3017520"/>
            <a:ext cx="2880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waited for a new assistant bubble before capturing. The typing indicator IS an assistant bubble, so every shot caught a half-finished answer.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357616" y="4434840"/>
            <a:ext cx="2880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357616" y="4681728"/>
            <a:ext cx="2880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11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the indicator from the wait. Test harnesses deserve the same scrutiny as the app.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Grounding is an architecture problem,</a:t>
            </a:r>
            <a:endParaRPr lang="en-US" sz="34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prompt problem.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251460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Telling a model "don't hallucinate" is a wish. Giving it tools as the only route to facts, refusing to advertise a tool the session cannot serve, and failing loudly when the loop runs out of steps — that is a design that cannot invent a deadline, because it never had one to invent.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38862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1A222C"/>
          </a:solidFill>
          <a:ln w="12700">
            <a:solidFill>
              <a:srgbClr val="2A32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4041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43159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calling, AUTO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38862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1A222C"/>
          </a:solidFill>
          <a:ln w="12700">
            <a:solidFill>
              <a:srgbClr val="2A32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11880" y="4041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11880" y="43159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gemini-embedding-001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768-dim, task-typed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38862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1A222C"/>
          </a:solidFill>
          <a:ln w="12700">
            <a:solidFill>
              <a:srgbClr val="2A32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4041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43159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Uvicorn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container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06840" y="388620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1A222C"/>
          </a:solidFill>
          <a:ln w="12700">
            <a:solidFill>
              <a:srgbClr val="2A32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89720" y="40416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189720" y="431596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on Fly.io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8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fra, one machine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minhtak-assistant.fly.dev</a:t>
            </a:r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GitHub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github.com/abdelrahmanAdwan/minhtak-assistant-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minhtak Assistant — capstone</dc:title>
  <dc:subject>PptxGenJS Presentation</dc:subject>
  <dc:creator>Abdelrahman Adwan</dc:creator>
  <cp:lastModifiedBy>Abdelrahman Adwan</cp:lastModifiedBy>
  <cp:revision>1</cp:revision>
  <dcterms:created xsi:type="dcterms:W3CDTF">2026-08-14T15:46:20Z</dcterms:created>
  <dcterms:modified xsi:type="dcterms:W3CDTF">2026-08-14T15:46:20Z</dcterms:modified>
</cp:coreProperties>
</file>